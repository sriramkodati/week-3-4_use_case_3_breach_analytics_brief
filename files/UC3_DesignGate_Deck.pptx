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463040" cy="82296"/>
          </a:xfrm>
          <a:prstGeom prst="rect">
            <a:avLst/>
          </a:prstGeom>
          <a:solidFill>
            <a:srgbClr val="FC7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Analytics Platform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AD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Gate Review — Week 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DataFactZ AI Engineering Internship · Use Case 3 (Capstone) · &lt;Your Name&gt;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88720" cy="54864"/>
          </a:xfrm>
          <a:prstGeom prst="rect">
            <a:avLst/>
          </a:prstGeom>
          <a:solidFill>
            <a:srgbClr val="FC7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breach, legal/compliance must know exactly </a:t>
            </a:r>
            <a:pPr indent="0" marL="0">
              <a:buNone/>
            </a:pPr>
            <a:r>
              <a:rPr lang="en-US" sz="20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 exposed — across hundreds of documents, in inconsistent formats, before a regulatory deadline.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73152" cy="822960"/>
          </a:xfrm>
          <a:prstGeom prst="rect">
            <a:avLst/>
          </a:prstGeom>
          <a:solidFill>
            <a:srgbClr val="FC79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51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triage doesn't scale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documents, 7+ formats, mixed digital/scanned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73152" cy="822960"/>
          </a:xfrm>
          <a:prstGeom prst="rect">
            <a:avLst/>
          </a:prstGeom>
          <a:solidFill>
            <a:srgbClr val="FC79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error directions are costly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an exposed person = legal risk. Over-reporting = wasted trust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73152" cy="822960"/>
          </a:xfrm>
          <a:prstGeom prst="rect">
            <a:avLst/>
          </a:prstGeom>
          <a:solidFill>
            <a:srgbClr val="FC79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must be defensible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flag needs to trace to a specific source passage, not a black box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— Breach Analytics · Design Gate Review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Pipeline + Four Agents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88720" cy="54864"/>
          </a:xfrm>
          <a:prstGeom prst="rect">
            <a:avLst/>
          </a:prstGeom>
          <a:solidFill>
            <a:srgbClr val="FC7900"/>
          </a:solidFill>
          <a:ln/>
        </p:spPr>
      </p:sp>
      <p:pic>
        <p:nvPicPr>
          <p:cNvPr id="4" name="Image 0" descr="/home/claude/uc3-deliverables/architectur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051560"/>
            <a:ext cx="5029200" cy="5486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288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deterministic pipeline
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4AD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agents (judgment only)
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E3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human review / approval
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storage
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dashboard / export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— Breach Analytics · Design Gate Review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Question: Pipeline vs.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88720" cy="54864"/>
          </a:xfrm>
          <a:prstGeom prst="rect">
            <a:avLst/>
          </a:prstGeom>
          <a:solidFill>
            <a:srgbClr val="FC79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1821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there's a clear right answer or a fixed threshold → pipeline.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genuinely needs judgment, iteration, or an explained decision → agent.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(pipeline)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7432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Parsing, OCR, Tier 0/1/2 extraction, initial entity match — each has a clear pass/fail or fixed threshold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03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Entity-Resolution Adjudicator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3703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Exists for the shared-name-vs-same-person case — a similarity score alone can't decide this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63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Investigator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46634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File-failure diagnosis benefits from trying alternate strategies in a loop, not a fixed retry-N rule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— Breach Analytics · Design Gate Review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88720" cy="54864"/>
          </a:xfrm>
          <a:prstGeom prst="rect">
            <a:avLst/>
          </a:prstGeom>
          <a:solidFill>
            <a:srgbClr val="FC7900"/>
          </a:solidFill>
          <a:ln/>
        </p:spPr>
      </p:sp>
      <p:pic>
        <p:nvPicPr>
          <p:cNvPr id="4" name="Image 0" descr="/home/claude/uc3-deliverables/erd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822960"/>
            <a:ext cx="4023360" cy="5760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371600"/>
            <a:ext cx="3566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generic (one row per element) — powers per-category accuracy AND per-tier cost from one table.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fast, UI-facing view; evidence traces through IDENTITY_LINK → EXTRACTION → DOCUMENT.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/ RUN_TRACE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separated so budget checks stay a cheap single-row read.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— Breach Analytics · Design Gate Review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Justification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88720" cy="54864"/>
          </a:xfrm>
          <a:prstGeom prst="rect">
            <a:avLst/>
          </a:prstGeom>
          <a:solidFill>
            <a:srgbClr val="FC7900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50292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Chosen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rejected alternative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2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Hand-rolled agent 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LangGraph — overkill for 4 fixed roles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MCP tool surface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Per-agent schemas — 4 call shapes to support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tiering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→ DeepSeek → Claude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model for everything — fails cost/scale requirement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Self-hosted (Postgres, FastAPI)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Azure — access still not provisioned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— Breach Analytics · Design Gate Review ·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Generator — Verified, Not Just Planned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88720" cy="54864"/>
          </a:xfrm>
          <a:prstGeom prst="rect">
            <a:avLst/>
          </a:prstGeom>
          <a:solidFill>
            <a:srgbClr val="FC79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821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821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people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821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821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1,776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elements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Digital/scanned detector: correct on every scanned file (0 extractable characters, verified)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393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8 shared-name collision pairs: verified distinct SSN/DOB per person, same display name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6966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12 partial-identifier people: verified SSN and name genuinely land in separate documents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0001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58 false-positive traps planted (order numbers, employee signatures, test records, placeholders) for precision scoring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303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Both a flag/value bug and a misspelling-generator bug were found and fixed during verification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— Breach Analytics · Design Gate Review ·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&amp; Cost — Measurement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88720" cy="54864"/>
          </a:xfrm>
          <a:prstGeom prst="rect">
            <a:avLst/>
          </a:prstGeom>
          <a:solidFill>
            <a:srgbClr val="FC7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methodology locked now, real numbers measured during the Week 4 build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Person-level recall/precision vs. the 171-person manifest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Per-category flag accuracy (SSN, DOB, financial, medical...)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Name-variant linking + collision-separation success rate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False-positive rejection rate, from negatives.csv
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3317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Measured (not estimated) from real run traces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Broken down by tier, extrapolated to 100K / 1M docs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 least 2 configurations compared on a cost/accuracy curve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recommended configuration, defended
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— Breach Analytics · Design Gate Review ·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88720" cy="54864"/>
          </a:xfrm>
          <a:prstGeom prst="rect">
            <a:avLst/>
          </a:prstGeom>
          <a:solidFill>
            <a:srgbClr val="FC7900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/>
              <a:tblGrid>
                <a:gridCol w="5029200"/>
                <a:gridCol w="1645920"/>
                <a:gridCol w="438912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Likelihood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2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Cheap-tier model produces unreliable JSON (seen directly in Week 2)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Bracket-repair + non-anchoring retry, ported from Week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 resolution wrongly merges two people sharing a name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deliberate collision pairs catch this before the demo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report is estimated, not truly measured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call logged to RUN_TRACE with real tokens + pricing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 gates demoed but don't actually stop anything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Forced-failure demo exercises the budget-exceeded path live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— Breach Analytics · Design Gate Review ·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Build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88720" cy="54864"/>
          </a:xfrm>
          <a:prstGeom prst="rect">
            <a:avLst/>
          </a:prstGeom>
          <a:solidFill>
            <a:srgbClr val="FC79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821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463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incorporated; scaffold + deterministic pipeline stages 1-4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821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423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entity matching; Orchestrator + Exception Investigator online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821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3832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Adjudicator + approval gates; review UI; QA Auditor; begin accuracy measurement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821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43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3434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measurement + tier analysis; export UI; feature freeze; status report 6pm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821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035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5303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Deck, rehearsal, forced-failure dry run, capstone presentation + Q&amp;A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— Breach Analytics · Design Gate Review ·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463040" cy="82296"/>
          </a:xfrm>
          <a:prstGeom prst="rect">
            <a:avLst/>
          </a:prstGeom>
          <a:solidFill>
            <a:srgbClr val="FC7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locked. Corpus verified. Building starts Monday.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D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2026-09-16T03:17:34Z</dcterms:created>
  <dcterms:modified xsi:type="dcterms:W3CDTF">2026-09-16T03:17:34Z</dcterms:modified>
</cp:coreProperties>
</file>